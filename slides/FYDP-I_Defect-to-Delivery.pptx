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5" r:id="rId36"/>
    <p:sldId id="266" r:id="rId17"/>
    <p:sldId id="281" r:id="rId3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6" r:id="rId37"/>
    <p:sldId id="280" r:id="rId31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8.xml"/><Relationship Id="rId32" Type="http://schemas.openxmlformats.org/officeDocument/2006/relationships/slide" Target="slides/slide13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11.xml"/><Relationship Id="rId37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Fabric Defect Detection and Leadtime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Baseline Reproduction, YOLO Training &amp; Lead-Time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Dataset Audit, Split &amp; Edge Deployment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Ms.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Analysis, Preprocessing &amp; Report Writing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Mohammad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Few-Shot Anomaly Detection (PatchCore / DINOv2)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Metadata Bridge, Defect Density Score &amp; Dashboard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Mustafizur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Testing &amp;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Honestly Re-Tested At 93.7–94.0% (See Pilot Result); The 98% Is An Upper Bound, Not A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(Patch Memory Bank, Strong MVTec Performance), Reverse Distillation (Fast Inference), AnomalyDINO / PatchEAD Detect Defects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(Table 2.1, 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11 / 31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Audit 2081/468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ASTM D5430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Jetson 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0.937→0.940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Dashboard/WPF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Mockup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Table 3.1 Coverage Grouped Into FR1–FR6 And NFR1–NFR6 (See Report §3.1); Grading Per Report Fig. 3.6.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 (Tables 3.2, 3.3)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3.5)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Pilot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naive=0.937 (n=510), honest=0.940 (n=468), accuracy_drop=-0.003.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The 98% prior claim is unreproducible under clean conditions.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Per-class honest F1: defect_free 0.98, stain 0.94, hole 0.88,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horizontal 0.79 (recall 0.68), Vertical 0.70, lines too small to quote.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Conclusion: audit supported; claim void; Track 2 MAY START.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Proposed 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Workflow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Metadata Bridge (Fig.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Machine Learning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f(Speed, Quantity, Ds)  [Random Forest]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Ds Raises Predicted Lead Time; Evaluated Vs Static-Mean And No-Ds Baselines. Features: Speed 20–100 m/min, Quantity 100–10,000, Ds 0–0.5, 100-Tree Random Forest.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16,000 BDT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17320"/>
          <a:ext cx="81381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16,000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(Table 3.7; Gantt: 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 Full Gantt: Report Fig. 5.1.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303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4C"/>
                </a:solidFill>
                <a:latin typeface="Georgia"/>
              </a:defRPr>
            </a:pPr>
            <a:r>
              <a:rPr sz="3400" b="1">
                <a:solidFill>
                  <a:srgbClr val="144E4C"/>
                </a:solidFill>
                <a:latin typeface="Georgia"/>
              </a:rPr>
              <a:t>Complex Engineering Problem (Tables 5.2, 5.3)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P1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P4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P5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P6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P7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Knowledge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Conflicting
Requirements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Analysis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Familiarity
Of Issues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Applicable
Codes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Stakeholder
Involvement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Inter-
Dependence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3063240"/>
          <a:ext cx="92354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7088"/>
                <a:gridCol w="1847088"/>
                <a:gridCol w="1847088"/>
                <a:gridCol w="1847088"/>
                <a:gridCol w="1847088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A1: Range Of Resources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A2: Level Of Interaction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A3: Innovation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A4: Consequences For Society And Environment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A5: Familiarity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34840"/>
            <a:ext cx="110642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P1–P3: CV, DL, Anomaly, RF And Edge Knowledge; Audit, Split, mAP/MAE Analysis. P6–P7: Inspectors And Planners Served; Errors Propagate Preprocess → Ds → Hours.</a:t>
            </a:r>
          </a:p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A1–A5: Full-Stack Resources; Tight Module Interaction; Ds-Fusion Innovation. (Report §5.4)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Risks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Key Risks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Free T4 GPU quota: already exhausted once; fallback to Kaggle (30h/week) or local M1 overnight run.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Mitigations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Checkpoint sync every 10 min during training so quota loss costs minutes, not hours.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Paired dataset (defect counts + our Ds) is itself a contribution if factory declines.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Ms.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Mohammad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Mustafizur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Empirically Benchmark Detection Accuracy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