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6324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06324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3558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19272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06324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06324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3558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19272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06324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06324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3558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19272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MST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177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61772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91032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73752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6177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61772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91032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73752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6177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61772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91032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73752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Md. Mostafizur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Complex Engineering Problem, Task Allocation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3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1.  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2.  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3.  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4.  Requirement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5.  Dataset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6.  System Design &amp; Diagrams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7.  Standards &amp; Constraints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8.  Budget &amp; Project Plan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9.  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4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709160"/>
            <a:ext cx="5303520" cy="1143000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5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We Treat That As An Upper Bound To Be Re-Tested Honestly, Not A Final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6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7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8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9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10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19 / 20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11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12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5623560" cy="3172968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508760"/>
            <a:ext cx="5623560" cy="3172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754880"/>
            <a:ext cx="5623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4754880"/>
            <a:ext cx="5623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F2937"/>
                </a:solidFill>
                <a:latin typeface="Calibri"/>
              </a:rPr>
              <a:t>▪  Seven Pipeline Functions From Image Input To Dashboard Display; Six Quality Attributes With Measurable Targets (≥15 FPS, mAP Tracking, Zero-Overlap Splits).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13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14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15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Diagram (Fig. 3.1)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14800"/>
            <a:ext cx="0" cy="100584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5138928"/>
            <a:ext cx="8823960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60520"/>
            <a:ext cx="0" cy="96012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892040"/>
            <a:ext cx="5577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16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Workflow Flowchart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664208"/>
            <a:ext cx="0" cy="43891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1664208"/>
            <a:ext cx="0" cy="1261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1664208"/>
            <a:ext cx="0" cy="21762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1664208"/>
            <a:ext cx="0" cy="30906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34640" y="516636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5577840"/>
            <a:ext cx="0" cy="16459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17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Flow &amp; Metadata Bridge (Fig. 3.3 / 3.4)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48840" y="443484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92808" y="4956048"/>
            <a:ext cx="274320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520440" y="443484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64408" y="4956048"/>
            <a:ext cx="274320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892040" y="443484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36007" y="4956048"/>
            <a:ext cx="274320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355080" y="443484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43484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62088" y="4956048"/>
            <a:ext cx="274320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464040" y="443484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08008" y="4956048"/>
            <a:ext cx="274320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846320" y="4754880"/>
            <a:ext cx="1280160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532120" y="5166360"/>
            <a:ext cx="594360" cy="18288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18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Lead-Time ML Pipeline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46888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46888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46888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60320" y="2103120"/>
            <a:ext cx="530352" cy="73152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60320" y="2834640"/>
            <a:ext cx="530352" cy="41148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60320" y="2834640"/>
            <a:ext cx="530352" cy="155448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306324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306324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4297680"/>
            <a:ext cx="9235440" cy="77724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120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5B6570"/>
                </a:solidFill>
                <a:latin typeface="Calibri"/>
              </a:rPr>
              <a:t>Example: Ds = 0.2 Inflates Predicted Time By 40%. Features: Speed 20–100 m/min, Quantity 100–10,000, Ds 0–0.5, 100-Tree Random Forest, Evaluated Vs Static-Mean And No-Ds Baselines.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19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21945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Calibrate Pixels
To Inches (Fixed Geometry)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331720"/>
            <a:ext cx="21945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Measure Fault
Length</a:t>
            </a:r>
          </a:p>
        </p:txBody>
      </p:sp>
      <p:sp>
        <p:nvSpPr>
          <p:cNvPr id="9" name="Diamond 8"/>
          <p:cNvSpPr/>
          <p:nvPr/>
        </p:nvSpPr>
        <p:spPr>
          <a:xfrm>
            <a:off x="914400" y="3154680"/>
            <a:ext cx="219456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315468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36392"/>
            <a:ext cx="2468880" cy="612647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15000" y="315468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011680" y="3136392"/>
            <a:ext cx="4526280" cy="612647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772400" y="315468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011680" y="3136392"/>
            <a:ext cx="6583680" cy="612647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9800" y="315468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011680" y="3136392"/>
            <a:ext cx="8641080" cy="612647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429768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977639"/>
            <a:ext cx="0" cy="30175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926080" y="4279392"/>
            <a:ext cx="1645920" cy="2926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29400" y="3977639"/>
            <a:ext cx="0" cy="30175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926080" y="4279392"/>
            <a:ext cx="3703320" cy="2926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86800" y="3977639"/>
            <a:ext cx="0" cy="30175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926080" y="4279392"/>
            <a:ext cx="5760720" cy="2926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44200" y="3977639"/>
            <a:ext cx="0" cy="30175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2926080" y="4279392"/>
            <a:ext cx="7818120" cy="2926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257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Calibrate Pixels To Inches Under Fixed Geometry; Total Points Across The Roll Set The Final Roll Grade.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20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21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22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4.1)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13816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4864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SL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 (BDT)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Swatch Collection &amp; Manual Verification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Industrial Inspection Camera (USB 1080p)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Fixed-Geometry Mounting Frame / Fixture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Calibration Materials (Ruler, Grid Chart)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Dept. GPU Lab + Free Cloud Compute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Additional GPU Compute Beyond Free Quota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Cloud Storage For Dataset &amp; Hash Manifests (1 Yr)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Existing Laptops / PCs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ML Libraries (YOLO, OpenCV, Scikit-Learn)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Dev Tools &amp; Version Control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Internet Connectivity &amp; Dataset Transfer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Documentation, Printing, Binding, Presentation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16,000 BDT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23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(Fig.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120640"/>
                <a:gridCol w="2011680"/>
                <a:gridCol w="3017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Data Preparation And Requirements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1–2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Riya, Labib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Setup And Preprocessing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3–4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Zahin, Riya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Defect Detection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5–6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Anomaly Detection And Metadata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Amin, 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9–10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Dashboard Development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11–12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Deployment, Testing And Documentation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13–14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Labib, Murad, Riya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Final Integration And Presentation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15–16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24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Complex Engineering Problem Mapping (Table 4.2)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Our Problem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Depth Of Knowledge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Vision, Detection / Segmentation, Anomaly Detection, Ensemble ML, Manufacturing Systems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Conflicting Requirements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Accuracy Vs. FPS Vs. Edge Power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Data Complexity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~2 GB Heterogeneous Images + Planning Features + Noisy Labels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Practical Impact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QC Accuracy And Delivery Reliability For Export Orders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Scalability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Few-Shot Branch For New Fabrics; Per-Line Replication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25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26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Benchmark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27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8A8F98"/>
                </a:solidFill>
                <a:latin typeface="Calibri"/>
              </a:rPr>
              <a:t>Defect-to-Delivery — Fabric Defect Detection &amp; Lead-Time Prediction  | 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