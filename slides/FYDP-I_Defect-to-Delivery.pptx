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5" r:id="rId36"/>
    <p:sldId id="266" r:id="rId17"/>
    <p:sldId id="281" r:id="rId3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13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MST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Md. Mostafizur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Complex Engineering Problem, Task Allocation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Honestly Re-Tested At 93.7–94.0% (See Pilot Result); The 98% Is An Upper Bound, Not A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11 / 30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Kotha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Audit 2081/468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ASTM D5430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Jetson 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0.937→0.940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Dashboard/WPF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Mockup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Six Pipeline Function Groups From Image Input To Dashboard Display, Plus Six Quality Attributes With Measurable Targets (≥15 FPS, mAP Tracking, Zero-Overlap Splits).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Pilot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naive=0.937 (n=510), honest=0.940 (n=468), accuracy_drop=-0.003.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The 98% prior claim is unreproducible under clean conditions.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Per-class honest F1: defect_free 0.98, stain 0.94, hole 0.88,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horizontal 0.79 (recall 0.68), Vertical 0.70, lines too small to quote.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Conclusion: audit supported; claim void; Track 2 MAY START.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Workflow Flowchart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Flow &amp; Metadata Bridge (Fig. 3.3 /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21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Lead-Time ML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23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4.1)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138160" cy="537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4864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SL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 (BDT)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Swatch Collection &amp; Manual Verification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Industrial Inspection Camera (USB 1080p)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Fixed-Geometry Mounting Frame / Fixture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Calibration Materials (Ruler, Grid Chart)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Dept. GPU Lab + Free Cloud Compute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Additional GPU Compute Beyond Free Quota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Cloud Storage For Dataset &amp; Hash Manifests (1 Yr)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Existing Laptops / PCs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ML Libraries (YOLO, OpenCV, Scikit-Learn)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Dev Tools &amp; Version Control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Internet Connectivity &amp; Dataset Transfer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Jetson Orin Nano / Edge Deployment Kit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Documentation, Printing, Binding, Presentation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42,000 BDT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120640"/>
                <a:gridCol w="201168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Data Preparation And Requirements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Riya, Labib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Setup And Preprocessing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Zahin, Riya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Defect Detection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5–6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Anomaly Detection And Metadata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Amin, 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Dashboard Development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Deployment, Testing And Documentation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13–14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Labib, Murad, Riya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Final Integration And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15–16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Risks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Key Risks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Free T4 GPU quota: already exhausted once; fallback to Kaggle (30h/week) or local M1 overnight run.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Mitigations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Checkpoint sync every 10 min during training so quota loss costs minutes, not hours.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Paired dataset (defect counts + our Ds) is itself a contribution if factory declines.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Benchmark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8A8F98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