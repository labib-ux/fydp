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Md. Mostafizur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Six Pipeline Function Groups From Image Input To Dashboard Display, Plus Six Quality Attributes With Measurable Targets (≥15 FPS, mAP Tracking, Zero-Overlap Splits).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4.1)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138160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SL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 (BDT)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Swatch Collection &amp; Manual Verification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Industrial Inspection Camera (USB 1080p)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Fixed-Geometry Mounting Frame / Fixture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Calibration Materials (Ruler, Grid Chart)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Dept. GPU Lab + Free Cloud Compute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Additional GPU Compute Beyond Free Quota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Cloud Storage For Dataset &amp; Hash Manifests (1 Yr)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Existing Laptops / PCs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ML Libraries (YOLO, OpenCV, Scikit-Learn)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 Tools &amp; Version Control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Internet Connectivity &amp; Dataset Transfer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Jetson Orin Nano / Edge Deployment Kit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Documentation, Printing, Binding, Presentation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42,000 BDT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120640"/>
                <a:gridCol w="201168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Data Preparation And Requirements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Riya, Labib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Setup And Preprocessing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Zahin, Riya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Defect Detection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Anomaly Detection And Metadata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Amin, 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Dashboard Development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Deployment, Testing And Documentation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13–14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Labib, Murad, Riya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Final Integration And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15–16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Our Problem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Depth Of Knowledge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Vision, Detection / Segmentation, Anomaly Detection, Ensemble ML, Manufacturing Systems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Conflicting Requirements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Accuracy Vs. FPS Vs. Edge Power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Data Complexity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~2 GB Heterogeneous Images + Planning Features + Noisy Labels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Practical Impact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QC Accuracy And Delivery Reliability For Export Orders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Scalability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 Branch For New Fabrics; Per-Line Replication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Benchmark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8A8F98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